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1B1B"/>
    <a:srgbClr val="FFD21E"/>
    <a:srgbClr val="DA7756"/>
    <a:srgbClr val="10A37F"/>
    <a:srgbClr val="A491F3"/>
    <a:srgbClr val="5F7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/>
    <p:restoredTop sz="94690"/>
  </p:normalViewPr>
  <p:slideViewPr>
    <p:cSldViewPr>
      <p:cViewPr varScale="1">
        <p:scale>
          <a:sx n="151" d="100"/>
          <a:sy n="151" d="100"/>
        </p:scale>
        <p:origin x="1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ABB5-5453-83A8-90A9-9F659AC73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32C1B-83D7-9F7A-A33F-2963D7DD3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747E1-382A-15E8-F15D-B1D8CD18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B95C3-1797-16D6-830A-E65D7BDA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B1DF7-A187-27D2-9EA4-9742584D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0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C12E-BF55-C51E-EE3D-05B6A21B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05CE5-59F2-5ADE-6013-666725289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82F2-435A-E99A-36D6-9BB43294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6CD1-3FF7-BD43-DEF3-BBC71018C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669FA-0B8B-0FFD-ECB5-966C7550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9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DC2F-F922-8ADC-6EB4-560AF3E7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31FAA-8BE6-7AAA-E264-A584DC13D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0EFAE-D4A8-FBFD-751A-6DC6888E1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AAAFC-147A-DCC8-59F4-25A997D2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4DE80-6A8E-4F8A-1481-0CBEDE3A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6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62474-6685-DA7B-52E7-A50090EE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34501-69E0-9D6F-D2B4-FBE4A6E2D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20305-B430-4945-ACFD-732772278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966BF-F6A8-ECE0-D419-A65400ECD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973D9-FE3C-DA5F-41AC-CD95A445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BD7C3-33CF-A942-00A9-88A7CC28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64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C237-51AA-9E36-A60D-47E69FAE9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5E747-23E0-53E4-14BC-22B4A23BE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28E26-AFC1-B23C-94E3-12D5D02C5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16E94-709F-B560-823F-F8B8D403F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43A95-4C19-97C1-DE9D-755F9D563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C632C-73A6-6367-16C7-1E6E8E12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D0226C-FDE7-86F6-50B9-8A69D139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12FB7-3B7B-489B-C8C6-43C3982F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7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F5FB-17E7-A2E1-C762-936D54AE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77761-D1A4-1656-2F4E-50B6CB38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59184-9F33-59EB-2F02-DDF6AEB1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5C231-CDAD-7A8D-DD9F-B117DF9D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0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1592F-F27F-BB65-08DE-3F2CAD5D9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4F591-27B2-B88A-C5D5-4B6DADA9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D4D8A-E475-3389-B8D9-AABDDD05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1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C4B7-58F7-0375-33D4-5D961C1F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30DCE-E241-C042-DD9A-325B564DC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DDADC-12FC-CC95-D651-B8458FDB3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06535-A5A5-7F5F-CB27-6608C417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A6EC2-2F2A-C66E-B672-89D0F7C9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CF1FD-AE22-5442-D7CC-A28FBA2C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3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14C9A-82A1-2A3D-57CE-420A93CE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51D5D0-87B2-A432-7DCB-D51B72657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7C8B-3E68-5AE9-7107-B0DDE0791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9B7A5-A91B-370E-DD92-2C01EE70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0C5F1-7441-8DD8-5C65-D3CBE5D05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8A5CB-CC21-60FC-C5DD-2780A72E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4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70DA-0E93-2534-67BE-379A6C7B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2C327-1E83-D7F9-C505-3938B2EBE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AD221-7C85-FE48-2605-1D3000D8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A6B56-0E42-5CC4-C4F0-49737EB7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F3FD-F8BD-5664-C4B1-62BD70B5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FEAEE-7C28-5312-D203-B51D49D4B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28349-5809-636A-0F41-23DB6A8FB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076C9-CB38-9381-B792-B16EED3F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F3F41-A1ED-73A1-A480-0A2E9851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384DA-A9B7-78DF-D971-D26C06A6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81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CC181-42FC-1A88-AA29-6D7791FF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1CC85-F281-1FFD-7D9C-99C57C1E8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8C3F8-E5BA-33C6-3C98-053B3C976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1ED97-C31E-3943-B63F-D62BB4C2030A}" type="datetimeFigureOut">
              <a:rPr lang="en-US" smtClean="0"/>
              <a:t>8/1/25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EDA5-C227-DB08-C17F-8136CCE59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6C9F0-D404-8140-46A0-A494779D9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B84098-5E16-774B-B3E3-CF0690A15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0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A69B58C-2C2F-7EB6-0F8F-BC4A3B69F8F0}"/>
              </a:ext>
            </a:extLst>
          </p:cNvPr>
          <p:cNvGrpSpPr/>
          <p:nvPr/>
        </p:nvGrpSpPr>
        <p:grpSpPr>
          <a:xfrm>
            <a:off x="952499" y="922908"/>
            <a:ext cx="9673848" cy="4699611"/>
            <a:chOff x="952499" y="922908"/>
            <a:chExt cx="9673848" cy="4699611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655C0CC1-C803-D91E-0166-682689D3411F}"/>
                </a:ext>
              </a:extLst>
            </p:cNvPr>
            <p:cNvSpPr/>
            <p:nvPr/>
          </p:nvSpPr>
          <p:spPr>
            <a:xfrm>
              <a:off x="4169170" y="922908"/>
              <a:ext cx="6457177" cy="46996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0CF876A6-D470-8AF5-1A82-1664669BAD53}"/>
                </a:ext>
              </a:extLst>
            </p:cNvPr>
            <p:cNvSpPr/>
            <p:nvPr/>
          </p:nvSpPr>
          <p:spPr>
            <a:xfrm>
              <a:off x="952499" y="922908"/>
              <a:ext cx="2646679" cy="46996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27729F87-BB41-BBC3-2E67-015BBB1B4B26}"/>
                </a:ext>
              </a:extLst>
            </p:cNvPr>
            <p:cNvGrpSpPr/>
            <p:nvPr/>
          </p:nvGrpSpPr>
          <p:grpSpPr>
            <a:xfrm>
              <a:off x="4179340" y="1637869"/>
              <a:ext cx="1001998" cy="1726168"/>
              <a:chOff x="1901562" y="1391815"/>
              <a:chExt cx="1001998" cy="1726168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A34C384-EB08-CE3D-80C2-D1CDCDEC237C}"/>
                  </a:ext>
                </a:extLst>
              </p:cNvPr>
              <p:cNvCxnSpPr>
                <a:cxnSpLocks/>
                <a:endCxn id="21" idx="2"/>
              </p:cNvCxnSpPr>
              <p:nvPr/>
            </p:nvCxnSpPr>
            <p:spPr>
              <a:xfrm flipV="1">
                <a:off x="2451805" y="2112498"/>
                <a:ext cx="0" cy="1005485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836BDCD1-48E0-F0EF-C391-41C0B35E0B74}"/>
                  </a:ext>
                </a:extLst>
              </p:cNvPr>
              <p:cNvGrpSpPr/>
              <p:nvPr/>
            </p:nvGrpSpPr>
            <p:grpSpPr>
              <a:xfrm>
                <a:off x="1901562" y="1391815"/>
                <a:ext cx="1001998" cy="720683"/>
                <a:chOff x="1901562" y="1391815"/>
                <a:chExt cx="1001998" cy="720683"/>
              </a:xfrm>
            </p:grpSpPr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981D78F-7D6A-17E3-7B51-83DE7759BD2E}"/>
                    </a:ext>
                  </a:extLst>
                </p:cNvPr>
                <p:cNvSpPr txBox="1"/>
                <p:nvPr/>
              </p:nvSpPr>
              <p:spPr>
                <a:xfrm>
                  <a:off x="2000050" y="1789333"/>
                  <a:ext cx="903510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10A37F"/>
                      </a:solidFill>
                    </a:rPr>
                    <a:t>GPT-3</a:t>
                  </a:r>
                </a:p>
              </p:txBody>
            </p:sp>
            <p:pic>
              <p:nvPicPr>
                <p:cNvPr id="57" name="Picture 56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D7173FFB-2985-6922-0203-78769F0BA5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901562" y="1391815"/>
                  <a:ext cx="457200" cy="4572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A3E68AF-EBD0-4366-DB3D-ECBEB70A55FB}"/>
                </a:ext>
              </a:extLst>
            </p:cNvPr>
            <p:cNvGrpSpPr/>
            <p:nvPr/>
          </p:nvGrpSpPr>
          <p:grpSpPr>
            <a:xfrm>
              <a:off x="1340038" y="3511803"/>
              <a:ext cx="1289438" cy="1422847"/>
              <a:chOff x="884130" y="3513537"/>
              <a:chExt cx="1289438" cy="1697547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D439851-91D1-80E3-7FA7-6DAB29124B03}"/>
                  </a:ext>
                </a:extLst>
              </p:cNvPr>
              <p:cNvSpPr txBox="1"/>
              <p:nvPr/>
            </p:nvSpPr>
            <p:spPr>
              <a:xfrm>
                <a:off x="884130" y="4586849"/>
                <a:ext cx="1289438" cy="624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Matsuda</a:t>
                </a:r>
                <a:r>
                  <a:rPr lang="zh-CN" altLang="en-US" sz="1400" dirty="0"/>
                  <a:t> </a:t>
                </a:r>
                <a:r>
                  <a:rPr lang="en-US" altLang="zh-CN" sz="1400" dirty="0"/>
                  <a:t>et al., 2011</a:t>
                </a:r>
                <a:endParaRPr lang="en-US" sz="1400" dirty="0"/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4C830C2C-B0D9-9EBE-3F9C-776CDCB3C6D1}"/>
                  </a:ext>
                </a:extLst>
              </p:cNvPr>
              <p:cNvCxnSpPr>
                <a:cxnSpLocks/>
                <a:endCxn id="74" idx="0"/>
              </p:cNvCxnSpPr>
              <p:nvPr/>
            </p:nvCxnSpPr>
            <p:spPr>
              <a:xfrm>
                <a:off x="1528849" y="3513537"/>
                <a:ext cx="0" cy="1073312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0B61BBC6-D8C8-47CE-EE9B-2437171F3EFC}"/>
                </a:ext>
              </a:extLst>
            </p:cNvPr>
            <p:cNvGrpSpPr/>
            <p:nvPr/>
          </p:nvGrpSpPr>
          <p:grpSpPr>
            <a:xfrm>
              <a:off x="1722323" y="1276316"/>
              <a:ext cx="1426018" cy="2087721"/>
              <a:chOff x="-101201" y="1029831"/>
              <a:chExt cx="1426018" cy="208772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92132A-F9D9-6612-5E58-1E26450C58BC}"/>
                  </a:ext>
                </a:extLst>
              </p:cNvPr>
              <p:cNvSpPr txBox="1"/>
              <p:nvPr/>
            </p:nvSpPr>
            <p:spPr>
              <a:xfrm>
                <a:off x="-101201" y="1029831"/>
                <a:ext cx="142601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Generative</a:t>
                </a:r>
              </a:p>
              <a:p>
                <a:pPr algn="ctr"/>
                <a:r>
                  <a:rPr lang="en-US" sz="1400" dirty="0"/>
                  <a:t>Adversarial</a:t>
                </a:r>
              </a:p>
              <a:p>
                <a:pPr algn="ctr"/>
                <a:r>
                  <a:rPr lang="en-US" sz="1400" dirty="0"/>
                  <a:t>Networks</a:t>
                </a:r>
                <a:br>
                  <a:rPr lang="en-US" sz="1400" dirty="0"/>
                </a:br>
                <a:r>
                  <a:rPr lang="en-US" sz="1400" dirty="0"/>
                  <a:t>(</a:t>
                </a:r>
                <a:r>
                  <a:rPr lang="en-US" sz="1400" dirty="0">
                    <a:solidFill>
                      <a:srgbClr val="FFD21E"/>
                    </a:solidFill>
                  </a:rPr>
                  <a:t>GANs</a:t>
                </a:r>
                <a:r>
                  <a:rPr lang="en-US" sz="1400" dirty="0"/>
                  <a:t>)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854BB20-4C63-A2B9-3A2B-1B6435836DB6}"/>
                  </a:ext>
                </a:extLst>
              </p:cNvPr>
              <p:cNvCxnSpPr>
                <a:cxnSpLocks/>
                <a:endCxn id="6" idx="2"/>
              </p:cNvCxnSpPr>
              <p:nvPr/>
            </p:nvCxnSpPr>
            <p:spPr>
              <a:xfrm flipV="1">
                <a:off x="611808" y="1983938"/>
                <a:ext cx="0" cy="1133614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EFC4F82-63C1-084F-5499-01240C01C8EA}"/>
                </a:ext>
              </a:extLst>
            </p:cNvPr>
            <p:cNvGrpSpPr/>
            <p:nvPr/>
          </p:nvGrpSpPr>
          <p:grpSpPr>
            <a:xfrm rot="10800000">
              <a:off x="2625144" y="1984676"/>
              <a:ext cx="1458686" cy="1379361"/>
              <a:chOff x="339616" y="3274087"/>
              <a:chExt cx="1458686" cy="152166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8F2DB2-9FE1-9798-0531-3A072F8D532B}"/>
                  </a:ext>
                </a:extLst>
              </p:cNvPr>
              <p:cNvSpPr txBox="1"/>
              <p:nvPr/>
            </p:nvSpPr>
            <p:spPr>
              <a:xfrm rot="10800000">
                <a:off x="339616" y="4472582"/>
                <a:ext cx="1458686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FFD21E"/>
                    </a:solidFill>
                  </a:rPr>
                  <a:t>Transformer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54A92C4-105D-621C-491A-2743688CB7EC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 rot="10800000" flipV="1">
                <a:off x="1068959" y="3274087"/>
                <a:ext cx="2979" cy="1198495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DD54472C-97E4-2A99-F5BF-9EE8FA5F11DD}"/>
                </a:ext>
              </a:extLst>
            </p:cNvPr>
            <p:cNvGrpSpPr/>
            <p:nvPr/>
          </p:nvGrpSpPr>
          <p:grpSpPr>
            <a:xfrm>
              <a:off x="3441015" y="3511803"/>
              <a:ext cx="729339" cy="930474"/>
              <a:chOff x="2985107" y="3512108"/>
              <a:chExt cx="729339" cy="93047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81B796-F626-7991-647E-83E07BB90AAD}"/>
                  </a:ext>
                </a:extLst>
              </p:cNvPr>
              <p:cNvSpPr txBox="1"/>
              <p:nvPr/>
            </p:nvSpPr>
            <p:spPr>
              <a:xfrm>
                <a:off x="2985107" y="4110237"/>
                <a:ext cx="729339" cy="332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FFD21E"/>
                    </a:solidFill>
                  </a:rPr>
                  <a:t>BERT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6C49193-26E6-0120-CEFE-C0666E88B071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>
                <a:off x="3349776" y="3512108"/>
                <a:ext cx="1" cy="598129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FC527EA-5B9E-EDAF-0A91-D889FB10C8A8}"/>
                </a:ext>
              </a:extLst>
            </p:cNvPr>
            <p:cNvGrpSpPr/>
            <p:nvPr/>
          </p:nvGrpSpPr>
          <p:grpSpPr>
            <a:xfrm rot="10800000">
              <a:off x="3539541" y="2522471"/>
              <a:ext cx="1458686" cy="844330"/>
              <a:chOff x="1250652" y="3255489"/>
              <a:chExt cx="1458686" cy="953385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992427F-506A-4C7C-4454-CAE5F1C70CE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982402" y="3255489"/>
                <a:ext cx="0" cy="594489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66D0A4-4B59-005A-301E-3A992FC57F53}"/>
                  </a:ext>
                </a:extLst>
              </p:cNvPr>
              <p:cNvSpPr txBox="1"/>
              <p:nvPr/>
            </p:nvSpPr>
            <p:spPr>
              <a:xfrm rot="10800000">
                <a:off x="1250652" y="3843969"/>
                <a:ext cx="1458686" cy="364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FFD21E"/>
                    </a:solidFill>
                  </a:rPr>
                  <a:t>Transformer-XL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B71DB9D3-E11A-07AA-616F-0FB82357A94D}"/>
                </a:ext>
              </a:extLst>
            </p:cNvPr>
            <p:cNvGrpSpPr/>
            <p:nvPr/>
          </p:nvGrpSpPr>
          <p:grpSpPr>
            <a:xfrm rot="10800000">
              <a:off x="4216845" y="1135193"/>
              <a:ext cx="1921231" cy="2231608"/>
              <a:chOff x="1933814" y="3265055"/>
              <a:chExt cx="1921231" cy="1631227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EBBECE-AA5F-59D1-83CC-E70DCD24CAEA}"/>
                  </a:ext>
                </a:extLst>
              </p:cNvPr>
              <p:cNvSpPr txBox="1"/>
              <p:nvPr/>
            </p:nvSpPr>
            <p:spPr>
              <a:xfrm rot="10800000">
                <a:off x="1933814" y="4513827"/>
                <a:ext cx="1921231" cy="382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10A37F"/>
                    </a:solidFill>
                  </a:rPr>
                  <a:t>InstructGPT</a:t>
                </a:r>
                <a:br>
                  <a:rPr lang="en-US" sz="1400" dirty="0"/>
                </a:br>
                <a:r>
                  <a:rPr lang="en-US" sz="1400" dirty="0">
                    <a:solidFill>
                      <a:srgbClr val="FFD21E"/>
                    </a:solidFill>
                  </a:rPr>
                  <a:t>Chain-of-Thought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2AAAF68-3B00-22C0-6CB3-254E94F8C7EC}"/>
                  </a:ext>
                </a:extLst>
              </p:cNvPr>
              <p:cNvCxnSpPr>
                <a:cxnSpLocks/>
                <a:endCxn id="28" idx="2"/>
              </p:cNvCxnSpPr>
              <p:nvPr/>
            </p:nvCxnSpPr>
            <p:spPr>
              <a:xfrm rot="10800000" flipV="1">
                <a:off x="2894429" y="3265055"/>
                <a:ext cx="0" cy="1248772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6BBA1F5-27AF-D2F8-18B2-8892EBCD559A}"/>
                </a:ext>
              </a:extLst>
            </p:cNvPr>
            <p:cNvGrpSpPr/>
            <p:nvPr/>
          </p:nvGrpSpPr>
          <p:grpSpPr>
            <a:xfrm>
              <a:off x="6818608" y="3511803"/>
              <a:ext cx="1241842" cy="1898397"/>
              <a:chOff x="4070331" y="3265318"/>
              <a:chExt cx="1241842" cy="1898397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1B19835-E54B-2FE3-4A6F-2F8F5ACC2A58}"/>
                  </a:ext>
                </a:extLst>
              </p:cNvPr>
              <p:cNvCxnSpPr>
                <a:cxnSpLocks/>
                <a:endCxn id="42" idx="0"/>
              </p:cNvCxnSpPr>
              <p:nvPr/>
            </p:nvCxnSpPr>
            <p:spPr>
              <a:xfrm>
                <a:off x="4727759" y="3265318"/>
                <a:ext cx="0" cy="1298546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17BDD46A-950A-0D84-039F-D8BCD572A3D9}"/>
                  </a:ext>
                </a:extLst>
              </p:cNvPr>
              <p:cNvGrpSpPr/>
              <p:nvPr/>
            </p:nvGrpSpPr>
            <p:grpSpPr>
              <a:xfrm>
                <a:off x="4070331" y="4563864"/>
                <a:ext cx="1241842" cy="599851"/>
                <a:chOff x="4070331" y="4563864"/>
                <a:chExt cx="1241842" cy="599851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4B6746C-E916-DA57-F583-29FA583B12B9}"/>
                    </a:ext>
                  </a:extLst>
                </p:cNvPr>
                <p:cNvSpPr txBox="1"/>
                <p:nvPr/>
              </p:nvSpPr>
              <p:spPr>
                <a:xfrm>
                  <a:off x="4143344" y="4563864"/>
                  <a:ext cx="1168829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5F79CD"/>
                      </a:solidFill>
                    </a:rPr>
                    <a:t>Gemini</a:t>
                  </a:r>
                </a:p>
              </p:txBody>
            </p:sp>
            <p:pic>
              <p:nvPicPr>
                <p:cNvPr id="59" name="Picture 58" descr="A blue and purple diamond&#10;&#10;AI-generated content may be incorrect.">
                  <a:extLst>
                    <a:ext uri="{FF2B5EF4-FFF2-40B4-BE49-F238E27FC236}">
                      <a16:creationId xmlns:a16="http://schemas.microsoft.com/office/drawing/2014/main" id="{99F13855-8426-ADCA-3963-A52048014B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70331" y="4706515"/>
                  <a:ext cx="457200" cy="4572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A3327D1F-5003-261C-E4F4-6BDF8895CEC2}"/>
                </a:ext>
              </a:extLst>
            </p:cNvPr>
            <p:cNvGrpSpPr/>
            <p:nvPr/>
          </p:nvGrpSpPr>
          <p:grpSpPr>
            <a:xfrm rot="10800000">
              <a:off x="8172302" y="1313397"/>
              <a:ext cx="1456609" cy="2053403"/>
              <a:chOff x="5766273" y="3267069"/>
              <a:chExt cx="1456609" cy="2053403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F3B2F63-2C7F-236D-B282-A77391ADEC27}"/>
                  </a:ext>
                </a:extLst>
              </p:cNvPr>
              <p:cNvCxnSpPr>
                <a:cxnSpLocks/>
                <a:stCxn id="48" idx="2"/>
              </p:cNvCxnSpPr>
              <p:nvPr/>
            </p:nvCxnSpPr>
            <p:spPr>
              <a:xfrm rot="10800000">
                <a:off x="6558831" y="3267069"/>
                <a:ext cx="0" cy="1460122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0F93884F-045F-0C74-A672-364195F35E45}"/>
                  </a:ext>
                </a:extLst>
              </p:cNvPr>
              <p:cNvGrpSpPr/>
              <p:nvPr/>
            </p:nvGrpSpPr>
            <p:grpSpPr>
              <a:xfrm>
                <a:off x="5766273" y="4727191"/>
                <a:ext cx="1456609" cy="593281"/>
                <a:chOff x="5766273" y="4727191"/>
                <a:chExt cx="1456609" cy="593281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AB9DBC0-47AB-D4F5-3626-A3710478A3EE}"/>
                    </a:ext>
                  </a:extLst>
                </p:cNvPr>
                <p:cNvSpPr txBox="1"/>
                <p:nvPr/>
              </p:nvSpPr>
              <p:spPr>
                <a:xfrm rot="10800000">
                  <a:off x="5894780" y="4727191"/>
                  <a:ext cx="1328102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5F79CD"/>
                      </a:solidFill>
                    </a:rPr>
                    <a:t>Gemini 2.0</a:t>
                  </a:r>
                </a:p>
              </p:txBody>
            </p:sp>
            <p:pic>
              <p:nvPicPr>
                <p:cNvPr id="63" name="Picture 62" descr="A blue and purple diamond&#10;&#10;AI-generated content may be incorrect.">
                  <a:extLst>
                    <a:ext uri="{FF2B5EF4-FFF2-40B4-BE49-F238E27FC236}">
                      <a16:creationId xmlns:a16="http://schemas.microsoft.com/office/drawing/2014/main" id="{15EE9938-6065-B430-E162-22F5DF0500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66273" y="4863272"/>
                  <a:ext cx="457200" cy="4572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22A42CE-4B22-CA2D-E43C-32AA7FFD9B77}"/>
                </a:ext>
              </a:extLst>
            </p:cNvPr>
            <p:cNvGrpSpPr/>
            <p:nvPr/>
          </p:nvGrpSpPr>
          <p:grpSpPr>
            <a:xfrm rot="10800000">
              <a:off x="4981161" y="3511803"/>
              <a:ext cx="1324717" cy="1368572"/>
              <a:chOff x="2950129" y="1742381"/>
              <a:chExt cx="1324717" cy="1368572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AF37545-9FBA-0ED6-82E3-D22B417470D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08714" y="2111713"/>
                <a:ext cx="0" cy="999240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B111AC5B-33DB-038F-039A-4D369B7AB66C}"/>
                  </a:ext>
                </a:extLst>
              </p:cNvPr>
              <p:cNvGrpSpPr/>
              <p:nvPr/>
            </p:nvGrpSpPr>
            <p:grpSpPr>
              <a:xfrm>
                <a:off x="2950129" y="1742381"/>
                <a:ext cx="1324717" cy="725231"/>
                <a:chOff x="2950129" y="1742381"/>
                <a:chExt cx="1324717" cy="725231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DDA9C00-9809-9687-A62C-16F12B7EA3FA}"/>
                    </a:ext>
                  </a:extLst>
                </p:cNvPr>
                <p:cNvSpPr txBox="1"/>
                <p:nvPr/>
              </p:nvSpPr>
              <p:spPr>
                <a:xfrm rot="10800000">
                  <a:off x="2950129" y="1742381"/>
                  <a:ext cx="1317170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10A37F"/>
                      </a:solidFill>
                    </a:rPr>
                    <a:t>ChatGPT</a:t>
                  </a:r>
                </a:p>
              </p:txBody>
            </p:sp>
            <p:pic>
              <p:nvPicPr>
                <p:cNvPr id="67" name="Picture 66" descr="A logo with a white design on it&#10;&#10;AI-generated content may be incorrect.">
                  <a:extLst>
                    <a:ext uri="{FF2B5EF4-FFF2-40B4-BE49-F238E27FC236}">
                      <a16:creationId xmlns:a16="http://schemas.microsoft.com/office/drawing/2014/main" id="{215B2586-BA97-D19A-71FF-2E280BE006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17646" y="2010412"/>
                  <a:ext cx="457200" cy="4572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8AED21D-E90D-23B5-802C-091B9E857551}"/>
                </a:ext>
              </a:extLst>
            </p:cNvPr>
            <p:cNvGrpSpPr/>
            <p:nvPr/>
          </p:nvGrpSpPr>
          <p:grpSpPr>
            <a:xfrm>
              <a:off x="6399508" y="1169502"/>
              <a:ext cx="1091795" cy="2194535"/>
              <a:chOff x="3656314" y="923017"/>
              <a:chExt cx="1091795" cy="2194535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FB6D550-1CB9-AF70-D732-C535BB496B1F}"/>
                  </a:ext>
                </a:extLst>
              </p:cNvPr>
              <p:cNvCxnSpPr>
                <a:cxnSpLocks/>
                <a:endCxn id="38" idx="2"/>
              </p:cNvCxnSpPr>
              <p:nvPr/>
            </p:nvCxnSpPr>
            <p:spPr>
              <a:xfrm flipH="1" flipV="1">
                <a:off x="4269095" y="1815569"/>
                <a:ext cx="757" cy="1301983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7FBC8602-87D5-E3BB-CE35-8145967BD208}"/>
                  </a:ext>
                </a:extLst>
              </p:cNvPr>
              <p:cNvGrpSpPr/>
              <p:nvPr/>
            </p:nvGrpSpPr>
            <p:grpSpPr>
              <a:xfrm>
                <a:off x="3656314" y="923017"/>
                <a:ext cx="1091795" cy="1268898"/>
                <a:chOff x="3656314" y="923017"/>
                <a:chExt cx="1091795" cy="1268898"/>
              </a:xfrm>
            </p:grpSpPr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F1F838A-A477-C26E-F758-D6CCB0253828}"/>
                    </a:ext>
                  </a:extLst>
                </p:cNvPr>
                <p:cNvSpPr txBox="1"/>
                <p:nvPr/>
              </p:nvSpPr>
              <p:spPr>
                <a:xfrm>
                  <a:off x="3790080" y="1261571"/>
                  <a:ext cx="95802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10A37F"/>
                      </a:solidFill>
                    </a:rPr>
                    <a:t>GPT-4</a:t>
                  </a:r>
                </a:p>
                <a:p>
                  <a:pPr algn="ctr"/>
                  <a:r>
                    <a:rPr lang="en-US" sz="1500" dirty="0">
                      <a:solidFill>
                        <a:srgbClr val="DA7756"/>
                      </a:solidFill>
                    </a:rPr>
                    <a:t>Claude</a:t>
                  </a:r>
                </a:p>
              </p:txBody>
            </p:sp>
            <p:pic>
              <p:nvPicPr>
                <p:cNvPr id="62" name="Picture 61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7F3D40B4-9B3A-49A5-6FB4-B8493AA79C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656314" y="923017"/>
                  <a:ext cx="457200" cy="457200"/>
                </a:xfrm>
                <a:prstGeom prst="rect">
                  <a:avLst/>
                </a:prstGeom>
              </p:spPr>
            </p:pic>
            <p:pic>
              <p:nvPicPr>
                <p:cNvPr id="72" name="Picture 71" descr="A orange flower with black background&#10;&#10;AI-generated content may be incorrect.">
                  <a:extLst>
                    <a:ext uri="{FF2B5EF4-FFF2-40B4-BE49-F238E27FC236}">
                      <a16:creationId xmlns:a16="http://schemas.microsoft.com/office/drawing/2014/main" id="{8D57D21D-BCAF-B07E-31E4-C892427CF4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56314" y="1734715"/>
                  <a:ext cx="457200" cy="4572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46D931BF-F27D-D8B6-6CD7-A1FCDE54A24A}"/>
                </a:ext>
              </a:extLst>
            </p:cNvPr>
            <p:cNvGrpSpPr/>
            <p:nvPr/>
          </p:nvGrpSpPr>
          <p:grpSpPr>
            <a:xfrm>
              <a:off x="7417032" y="3511804"/>
              <a:ext cx="1007531" cy="1132739"/>
              <a:chOff x="4678577" y="3265319"/>
              <a:chExt cx="1007531" cy="1132739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B979447-0210-128D-FC57-059D37D78125}"/>
                  </a:ext>
                </a:extLst>
              </p:cNvPr>
              <p:cNvSpPr txBox="1"/>
              <p:nvPr/>
            </p:nvSpPr>
            <p:spPr>
              <a:xfrm>
                <a:off x="4678577" y="3874838"/>
                <a:ext cx="10075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B31B1B"/>
                    </a:solidFill>
                  </a:rPr>
                  <a:t>Yue et al., 2024</a:t>
                </a:r>
                <a:endParaRPr lang="en-US" sz="1500" dirty="0">
                  <a:solidFill>
                    <a:srgbClr val="B31B1B"/>
                  </a:solidFill>
                </a:endParaRP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919FDD-B57F-3A14-9903-F6C9012FF08C}"/>
                  </a:ext>
                </a:extLst>
              </p:cNvPr>
              <p:cNvCxnSpPr>
                <a:cxnSpLocks/>
                <a:endCxn id="71" idx="0"/>
              </p:cNvCxnSpPr>
              <p:nvPr/>
            </p:nvCxnSpPr>
            <p:spPr>
              <a:xfrm>
                <a:off x="5182343" y="3265319"/>
                <a:ext cx="0" cy="609519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5C8184F2-2D91-811B-18F9-44F82F94819C}"/>
                </a:ext>
              </a:extLst>
            </p:cNvPr>
            <p:cNvGrpSpPr/>
            <p:nvPr/>
          </p:nvGrpSpPr>
          <p:grpSpPr>
            <a:xfrm>
              <a:off x="9315014" y="1573273"/>
              <a:ext cx="1084994" cy="1790764"/>
              <a:chOff x="10236037" y="1326788"/>
              <a:chExt cx="1084994" cy="1790764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CBC595F4-CA59-CCC0-BA7B-B092B2387922}"/>
                  </a:ext>
                </a:extLst>
              </p:cNvPr>
              <p:cNvGrpSpPr/>
              <p:nvPr/>
            </p:nvGrpSpPr>
            <p:grpSpPr>
              <a:xfrm>
                <a:off x="10236037" y="1326788"/>
                <a:ext cx="1084994" cy="734572"/>
                <a:chOff x="10236037" y="1326788"/>
                <a:chExt cx="1084994" cy="734572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2314F25-D15A-D6B9-1F39-3C7E11B993F6}"/>
                    </a:ext>
                  </a:extLst>
                </p:cNvPr>
                <p:cNvSpPr txBox="1"/>
                <p:nvPr/>
              </p:nvSpPr>
              <p:spPr>
                <a:xfrm>
                  <a:off x="10236037" y="1738195"/>
                  <a:ext cx="876395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/>
                    <a:t>Grok 4</a:t>
                  </a:r>
                </a:p>
              </p:txBody>
            </p:sp>
            <p:pic>
              <p:nvPicPr>
                <p:cNvPr id="61" name="Picture 60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DD315D8A-2E30-7450-6C00-64D53B4EDD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63831" y="1326788"/>
                  <a:ext cx="457200" cy="457200"/>
                </a:xfrm>
                <a:prstGeom prst="rect">
                  <a:avLst/>
                </a:prstGeom>
              </p:spPr>
            </p:pic>
          </p:grp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B4D709FF-F1D3-63DF-8CFC-F2CCC078D8F5}"/>
                  </a:ext>
                </a:extLst>
              </p:cNvPr>
              <p:cNvCxnSpPr>
                <a:cxnSpLocks/>
                <a:endCxn id="50" idx="2"/>
              </p:cNvCxnSpPr>
              <p:nvPr/>
            </p:nvCxnSpPr>
            <p:spPr>
              <a:xfrm flipV="1">
                <a:off x="10674235" y="2061360"/>
                <a:ext cx="0" cy="1056192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BEB48F-937B-7BA6-2898-6EAC52BF0F2D}"/>
                </a:ext>
              </a:extLst>
            </p:cNvPr>
            <p:cNvGrpSpPr/>
            <p:nvPr/>
          </p:nvGrpSpPr>
          <p:grpSpPr>
            <a:xfrm>
              <a:off x="7352008" y="1900512"/>
              <a:ext cx="1123985" cy="1463525"/>
              <a:chOff x="6450308" y="1654027"/>
              <a:chExt cx="1123985" cy="1463525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00B80CE3-B5C5-2D12-2172-46162A7A1698}"/>
                  </a:ext>
                </a:extLst>
              </p:cNvPr>
              <p:cNvGrpSpPr/>
              <p:nvPr/>
            </p:nvGrpSpPr>
            <p:grpSpPr>
              <a:xfrm>
                <a:off x="6450308" y="1654027"/>
                <a:ext cx="1123985" cy="723221"/>
                <a:chOff x="6450308" y="1654027"/>
                <a:chExt cx="1123985" cy="723221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A83446E-F926-6FE9-0B2A-4A33B0DC34AA}"/>
                    </a:ext>
                  </a:extLst>
                </p:cNvPr>
                <p:cNvSpPr txBox="1"/>
                <p:nvPr/>
              </p:nvSpPr>
              <p:spPr>
                <a:xfrm>
                  <a:off x="6450308" y="2054083"/>
                  <a:ext cx="1123985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A491F3"/>
                      </a:solidFill>
                    </a:rPr>
                    <a:t>LLaMA 3</a:t>
                  </a:r>
                </a:p>
              </p:txBody>
            </p:sp>
            <p:pic>
              <p:nvPicPr>
                <p:cNvPr id="70" name="Picture 69" descr="A blue infinity symbol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ADB60014-7C98-9A2D-8D21-216FF495D2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81281" y="1654027"/>
                  <a:ext cx="457200" cy="457200"/>
                </a:xfrm>
                <a:prstGeom prst="rect">
                  <a:avLst/>
                </a:prstGeom>
              </p:spPr>
            </p:pic>
          </p:grp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D0E459B3-F1BB-0C00-2D5C-597536A0C2A7}"/>
                  </a:ext>
                </a:extLst>
              </p:cNvPr>
              <p:cNvCxnSpPr>
                <a:cxnSpLocks/>
                <a:endCxn id="44" idx="2"/>
              </p:cNvCxnSpPr>
              <p:nvPr/>
            </p:nvCxnSpPr>
            <p:spPr>
              <a:xfrm flipV="1">
                <a:off x="7012301" y="2377248"/>
                <a:ext cx="0" cy="740304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69EB3AAD-4E35-93FF-CE53-EABC1C98F6D2}"/>
                </a:ext>
              </a:extLst>
            </p:cNvPr>
            <p:cNvGrpSpPr/>
            <p:nvPr/>
          </p:nvGrpSpPr>
          <p:grpSpPr>
            <a:xfrm>
              <a:off x="6038636" y="3511803"/>
              <a:ext cx="1107499" cy="1192862"/>
              <a:chOff x="3279150" y="3174434"/>
              <a:chExt cx="1107499" cy="1192862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C30FFB45-E4DD-6457-EA87-7E1035D819C0}"/>
                  </a:ext>
                </a:extLst>
              </p:cNvPr>
              <p:cNvGrpSpPr/>
              <p:nvPr/>
            </p:nvGrpSpPr>
            <p:grpSpPr>
              <a:xfrm>
                <a:off x="3279150" y="3645808"/>
                <a:ext cx="1107499" cy="721488"/>
                <a:chOff x="3279150" y="3645808"/>
                <a:chExt cx="1107499" cy="721488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DDBF333-1CBD-3175-E4A5-5BA32F905755}"/>
                    </a:ext>
                  </a:extLst>
                </p:cNvPr>
                <p:cNvSpPr txBox="1"/>
                <p:nvPr/>
              </p:nvSpPr>
              <p:spPr>
                <a:xfrm>
                  <a:off x="3279150" y="4044131"/>
                  <a:ext cx="1031558" cy="3231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A491F3"/>
                      </a:solidFill>
                    </a:rPr>
                    <a:t>LLaMA</a:t>
                  </a:r>
                </a:p>
              </p:txBody>
            </p:sp>
            <p:pic>
              <p:nvPicPr>
                <p:cNvPr id="69" name="Picture 68" descr="A blue infinity symbol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2B286985-6DD4-076B-8D4C-24825E5A27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29449" y="3645808"/>
                  <a:ext cx="457200" cy="457200"/>
                </a:xfrm>
                <a:prstGeom prst="rect">
                  <a:avLst/>
                </a:prstGeom>
              </p:spPr>
            </p:pic>
          </p:grp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34508ABD-DB9D-7B61-DF42-83E51D1A03FE}"/>
                  </a:ext>
                </a:extLst>
              </p:cNvPr>
              <p:cNvCxnSpPr>
                <a:cxnSpLocks/>
                <a:endCxn id="36" idx="0"/>
              </p:cNvCxnSpPr>
              <p:nvPr/>
            </p:nvCxnSpPr>
            <p:spPr>
              <a:xfrm>
                <a:off x="3794929" y="3174434"/>
                <a:ext cx="0" cy="869697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1E9BD1E-B384-D070-93AD-73AE2FBFA3B5}"/>
                </a:ext>
              </a:extLst>
            </p:cNvPr>
            <p:cNvGrpSpPr/>
            <p:nvPr/>
          </p:nvGrpSpPr>
          <p:grpSpPr>
            <a:xfrm>
              <a:off x="7263058" y="3511803"/>
              <a:ext cx="2235299" cy="1923710"/>
              <a:chOff x="4498990" y="3265318"/>
              <a:chExt cx="2235299" cy="1773341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8CDF2B5-8AA0-9514-A446-5C75B735D182}"/>
                  </a:ext>
                </a:extLst>
              </p:cNvPr>
              <p:cNvSpPr txBox="1"/>
              <p:nvPr/>
            </p:nvSpPr>
            <p:spPr>
              <a:xfrm>
                <a:off x="4498990" y="4754940"/>
                <a:ext cx="2235299" cy="2837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B31B1B"/>
                    </a:solidFill>
                  </a:rPr>
                  <a:t>Lu &amp; Wang, 2024</a:t>
                </a:r>
              </a:p>
            </p:txBody>
          </p: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21D0B06E-9B6A-5B10-0AFC-1BA2CD35A9F9}"/>
                  </a:ext>
                </a:extLst>
              </p:cNvPr>
              <p:cNvCxnSpPr>
                <a:cxnSpLocks/>
                <a:endCxn id="77" idx="0"/>
              </p:cNvCxnSpPr>
              <p:nvPr/>
            </p:nvCxnSpPr>
            <p:spPr>
              <a:xfrm>
                <a:off x="5612160" y="3265318"/>
                <a:ext cx="4480" cy="1489622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D17978F-9371-6D80-ED95-E734FB721445}"/>
                </a:ext>
              </a:extLst>
            </p:cNvPr>
            <p:cNvGrpSpPr/>
            <p:nvPr/>
          </p:nvGrpSpPr>
          <p:grpSpPr>
            <a:xfrm rot="10800000">
              <a:off x="8380511" y="3511802"/>
              <a:ext cx="1841976" cy="1544831"/>
              <a:chOff x="5173506" y="1912772"/>
              <a:chExt cx="1841976" cy="1173253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9F788F-B2DF-E278-260B-A573D8C68808}"/>
                  </a:ext>
                </a:extLst>
              </p:cNvPr>
              <p:cNvSpPr txBox="1"/>
              <p:nvPr/>
            </p:nvSpPr>
            <p:spPr>
              <a:xfrm rot="10800000">
                <a:off x="5173506" y="1912772"/>
                <a:ext cx="1841976" cy="560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B31B1B"/>
                    </a:solidFill>
                  </a:rPr>
                  <a:t>Zhang et al., 2025</a:t>
                </a:r>
              </a:p>
              <a:p>
                <a:pPr algn="ctr"/>
                <a:r>
                  <a:rPr lang="en-US" sz="1400" dirty="0">
                    <a:solidFill>
                      <a:srgbClr val="B31B1B"/>
                    </a:solidFill>
                  </a:rPr>
                  <a:t>Xu et al., 2025</a:t>
                </a:r>
              </a:p>
              <a:p>
                <a:pPr algn="ctr"/>
                <a:r>
                  <a:rPr lang="en-US" sz="1400" dirty="0">
                    <a:solidFill>
                      <a:srgbClr val="B31B1B"/>
                    </a:solidFill>
                  </a:rPr>
                  <a:t>Pan et al., 2025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4171A6B-CE9C-E716-6660-719DC3E70C75}"/>
                  </a:ext>
                </a:extLst>
              </p:cNvPr>
              <p:cNvCxnSpPr>
                <a:cxnSpLocks/>
                <a:stCxn id="16" idx="0"/>
              </p:cNvCxnSpPr>
              <p:nvPr/>
            </p:nvCxnSpPr>
            <p:spPr>
              <a:xfrm rot="10800000" flipH="1" flipV="1">
                <a:off x="6094494" y="2473765"/>
                <a:ext cx="1227" cy="612260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7029B8D-B592-D424-E83A-828D845ECF18}"/>
                </a:ext>
              </a:extLst>
            </p:cNvPr>
            <p:cNvGrpSpPr/>
            <p:nvPr/>
          </p:nvGrpSpPr>
          <p:grpSpPr>
            <a:xfrm>
              <a:off x="952500" y="1984736"/>
              <a:ext cx="1139984" cy="1379301"/>
              <a:chOff x="496592" y="1916063"/>
              <a:chExt cx="1139984" cy="1439528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0D0BB31-1B1A-B0A1-D8EF-FD0C6A26EC28}"/>
                  </a:ext>
                </a:extLst>
              </p:cNvPr>
              <p:cNvSpPr txBox="1"/>
              <p:nvPr/>
            </p:nvSpPr>
            <p:spPr>
              <a:xfrm>
                <a:off x="496592" y="1916063"/>
                <a:ext cx="113998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Kincaid &amp; Westerlund, 2009</a:t>
                </a: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0A7D352-69B5-A939-CF11-76F69438C5B5}"/>
                  </a:ext>
                </a:extLst>
              </p:cNvPr>
              <p:cNvCxnSpPr>
                <a:cxnSpLocks/>
                <a:endCxn id="64" idx="2"/>
              </p:cNvCxnSpPr>
              <p:nvPr/>
            </p:nvCxnSpPr>
            <p:spPr>
              <a:xfrm flipV="1">
                <a:off x="1066584" y="2654727"/>
                <a:ext cx="0" cy="700864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EFCAD6B3-591F-5DCC-8820-4C893A4A8F42}"/>
                </a:ext>
              </a:extLst>
            </p:cNvPr>
            <p:cNvGrpSpPr/>
            <p:nvPr/>
          </p:nvGrpSpPr>
          <p:grpSpPr>
            <a:xfrm>
              <a:off x="2218211" y="3511803"/>
              <a:ext cx="1354020" cy="1804881"/>
              <a:chOff x="1762303" y="3511803"/>
              <a:chExt cx="1354020" cy="1804881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C9CC39F-7E57-C991-E8B4-2C1B57FF6832}"/>
                  </a:ext>
                </a:extLst>
              </p:cNvPr>
              <p:cNvSpPr txBox="1"/>
              <p:nvPr/>
            </p:nvSpPr>
            <p:spPr>
              <a:xfrm>
                <a:off x="1762303" y="4793464"/>
                <a:ext cx="13540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/>
                  <a:t>Rumore &amp; Susskind, 2016</a:t>
                </a:r>
              </a:p>
            </p:txBody>
          </p: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D35BD2D4-9EE9-DD8C-158C-50616FDEA323}"/>
                  </a:ext>
                </a:extLst>
              </p:cNvPr>
              <p:cNvCxnSpPr>
                <a:cxnSpLocks/>
                <a:stCxn id="66" idx="0"/>
              </p:cNvCxnSpPr>
              <p:nvPr/>
            </p:nvCxnSpPr>
            <p:spPr>
              <a:xfrm flipV="1">
                <a:off x="2439313" y="3511803"/>
                <a:ext cx="0" cy="1281661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AF4D4CB-E98F-A9A4-B48A-B1DD511EFF6D}"/>
                </a:ext>
              </a:extLst>
            </p:cNvPr>
            <p:cNvGrpSpPr/>
            <p:nvPr/>
          </p:nvGrpSpPr>
          <p:grpSpPr>
            <a:xfrm>
              <a:off x="4131983" y="3511803"/>
              <a:ext cx="1195199" cy="1937961"/>
              <a:chOff x="3676075" y="3511803"/>
              <a:chExt cx="1195199" cy="193796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9C8FB3-1287-E0B1-69FC-6831430E10D8}"/>
                  </a:ext>
                </a:extLst>
              </p:cNvPr>
              <p:cNvSpPr txBox="1"/>
              <p:nvPr/>
            </p:nvSpPr>
            <p:spPr>
              <a:xfrm>
                <a:off x="3676075" y="4926543"/>
                <a:ext cx="1195199" cy="523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B31B1B"/>
                    </a:solidFill>
                  </a:rPr>
                  <a:t>Miklesha &amp; Howell, 2020</a:t>
                </a:r>
              </a:p>
            </p:txBody>
          </p:sp>
          <p:cxnSp>
            <p:nvCxnSpPr>
              <p:cNvPr id="190" name="Straight Arrow Connector 189">
                <a:extLst>
                  <a:ext uri="{FF2B5EF4-FFF2-40B4-BE49-F238E27FC236}">
                    <a16:creationId xmlns:a16="http://schemas.microsoft.com/office/drawing/2014/main" id="{B88CD743-F972-353C-05CE-5CF264856491}"/>
                  </a:ext>
                </a:extLst>
              </p:cNvPr>
              <p:cNvCxnSpPr>
                <a:cxnSpLocks/>
                <a:stCxn id="3" idx="0"/>
              </p:cNvCxnSpPr>
              <p:nvPr/>
            </p:nvCxnSpPr>
            <p:spPr>
              <a:xfrm flipV="1">
                <a:off x="4273675" y="3511803"/>
                <a:ext cx="0" cy="1414740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1F8C6DFB-5A17-B550-E17E-EF3BEDC7BF57}"/>
                </a:ext>
              </a:extLst>
            </p:cNvPr>
            <p:cNvGrpSpPr/>
            <p:nvPr/>
          </p:nvGrpSpPr>
          <p:grpSpPr>
            <a:xfrm>
              <a:off x="5381221" y="2534348"/>
              <a:ext cx="1426018" cy="829689"/>
              <a:chOff x="4925313" y="2534348"/>
              <a:chExt cx="1426018" cy="829689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E59E45D-BE9D-AB04-BEA3-468A00B14A15}"/>
                  </a:ext>
                </a:extLst>
              </p:cNvPr>
              <p:cNvSpPr txBox="1"/>
              <p:nvPr/>
            </p:nvSpPr>
            <p:spPr>
              <a:xfrm>
                <a:off x="4925313" y="2534348"/>
                <a:ext cx="14260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B31B1B"/>
                    </a:solidFill>
                  </a:rPr>
                  <a:t>Lee &amp; Yeo, 2022</a:t>
                </a:r>
              </a:p>
            </p:txBody>
          </p:sp>
          <p:cxnSp>
            <p:nvCxnSpPr>
              <p:cNvPr id="203" name="Straight Arrow Connector 202">
                <a:extLst>
                  <a:ext uri="{FF2B5EF4-FFF2-40B4-BE49-F238E27FC236}">
                    <a16:creationId xmlns:a16="http://schemas.microsoft.com/office/drawing/2014/main" id="{7337B256-9FE7-92C1-9465-414BEF43E9F7}"/>
                  </a:ext>
                </a:extLst>
              </p:cNvPr>
              <p:cNvCxnSpPr>
                <a:cxnSpLocks/>
                <a:endCxn id="76" idx="2"/>
              </p:cNvCxnSpPr>
              <p:nvPr/>
            </p:nvCxnSpPr>
            <p:spPr>
              <a:xfrm flipH="1" flipV="1">
                <a:off x="5638322" y="2842125"/>
                <a:ext cx="478" cy="521912"/>
              </a:xfrm>
              <a:prstGeom prst="straightConnector1">
                <a:avLst/>
              </a:prstGeom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8ED7D2E7-98B1-F0FF-698B-B83CB0A773FC}"/>
                </a:ext>
              </a:extLst>
            </p:cNvPr>
            <p:cNvGrpSpPr/>
            <p:nvPr/>
          </p:nvGrpSpPr>
          <p:grpSpPr>
            <a:xfrm>
              <a:off x="1026440" y="3109115"/>
              <a:ext cx="9525967" cy="650240"/>
              <a:chOff x="117318" y="2862630"/>
              <a:chExt cx="9525967" cy="650240"/>
            </a:xfrm>
          </p:grpSpPr>
          <p:sp>
            <p:nvSpPr>
              <p:cNvPr id="221" name="Right Arrow 220">
                <a:extLst>
                  <a:ext uri="{FF2B5EF4-FFF2-40B4-BE49-F238E27FC236}">
                    <a16:creationId xmlns:a16="http://schemas.microsoft.com/office/drawing/2014/main" id="{73D1E58A-E15E-0FBA-C31F-5CC57FC6FE43}"/>
                  </a:ext>
                </a:extLst>
              </p:cNvPr>
              <p:cNvSpPr/>
              <p:nvPr/>
            </p:nvSpPr>
            <p:spPr>
              <a:xfrm>
                <a:off x="117318" y="3026229"/>
                <a:ext cx="9525967" cy="326571"/>
              </a:xfrm>
              <a:prstGeom prst="rightArrow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1B68836-E8A1-D480-86CC-251C48351C91}"/>
                  </a:ext>
                </a:extLst>
              </p:cNvPr>
              <p:cNvSpPr txBox="1"/>
              <p:nvPr/>
            </p:nvSpPr>
            <p:spPr>
              <a:xfrm>
                <a:off x="320267" y="3218174"/>
                <a:ext cx="9323018" cy="294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1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2009      2014      2017     </a:t>
                </a:r>
                <a:r>
                  <a:rPr lang="zh-CN" altLang="en-US" sz="131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31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2019     Jan 22</a:t>
                </a:r>
                <a:r>
                  <a:rPr lang="zh-CN" altLang="en-US" sz="131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131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Dec 22    Mar 23    Apr 24    Dec 24    Jul 25</a:t>
                </a: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4BB89BEE-2F76-2671-4AA8-00E04CED7F97}"/>
                  </a:ext>
                </a:extLst>
              </p:cNvPr>
              <p:cNvSpPr txBox="1"/>
              <p:nvPr/>
            </p:nvSpPr>
            <p:spPr>
              <a:xfrm>
                <a:off x="777728" y="2862630"/>
                <a:ext cx="8865557" cy="295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315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2011      2016      2018      2020     Nov 22    Feb 23    Dec 23    Jul 24    Apr 25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082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105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huixin</dc:creator>
  <cp:lastModifiedBy>zhang huixin</cp:lastModifiedBy>
  <cp:revision>272</cp:revision>
  <dcterms:created xsi:type="dcterms:W3CDTF">2025-07-17T14:45:09Z</dcterms:created>
  <dcterms:modified xsi:type="dcterms:W3CDTF">2025-08-02T05:34:16Z</dcterms:modified>
</cp:coreProperties>
</file>